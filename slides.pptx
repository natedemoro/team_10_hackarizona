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28800"/>
            <a:ext cx="164592" cy="3108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9CFDC"/>
                </a:solidFill>
                <a:latin typeface="Helvetica Neue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 Neue"/>
              </a:rPr>
              <a:t>HACKARIZONA — TEAM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Helvetica Neue"/>
              </a:rPr>
              <a:t>Nuclear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461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C8102E"/>
                </a:solidFill>
                <a:latin typeface="Helvetica Neue"/>
              </a:rPr>
              <a:t>Derating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Helvetica Neue"/>
              </a:rPr>
              <a:t>Forecaster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49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9CFDC"/>
                </a:solidFill>
                <a:latin typeface="Helvetica Neue"/>
              </a:rPr>
              <a:t>Forecasting weather-driven nuclear power loss 1 to 14 days ahead so operators can capture energy that would otherwise be left on the 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24160" y="320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9CFDC"/>
                </a:solidFill>
                <a:latin typeface="Helvetica Neue"/>
              </a:rPr>
              <a:t>02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 Neue"/>
              </a:rPr>
              <a:t>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Uses historical data to predict how much power a nuclear plant will actually be able to produce over the next </a:t>
            </a:r>
            <a:r>
              <a:rPr sz="1800" b="1">
                <a:solidFill>
                  <a:srgbClr val="FFFFFF"/>
                </a:solidFill>
                <a:latin typeface="Helvetica Neue"/>
              </a:rPr>
              <a:t>14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 days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Combines weather, river temperature, and streamflow with the plant's own historical performance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Delivered through a simple web dashboard with a live US map and per-plant detail pages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Lets operators see trouble coming before it shows up on the grid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800" b="0">
                <a:solidFill>
                  <a:srgbClr val="FFFFFF"/>
                </a:solidFill>
                <a:latin typeface="Helvetica Neue"/>
              </a:rPr>
              <a:t>Built on public data only — no proprietary feeds, fully reproducible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24160" y="320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9CFDC"/>
                </a:solidFill>
                <a:latin typeface="Helvetica Neue"/>
              </a:rPr>
              <a:t>03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What Is Derating, And Why It Hurts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Derating is when a plant is forced to run below full power — capacity is there, but it cannot be used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Driven by hot weather and warm river water — cooling intake limits force operators to throttle down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Hits hardest during heatwaves, exactly when the grid needs every megawatt the most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A single summer of derating can cost 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$50M+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 at one plant, 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$200M+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 industry-wide each year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Today operators react after the dip starts — there is no public forecast of when it is coming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FFFFFF"/>
                </a:solidFill>
                <a:latin typeface="Helvetica Neue"/>
              </a:rPr>
              <a:t>Result: wasted clean energy, expensive last-minute fossil backup, and avoidable grid strain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24160" y="320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9CFDC"/>
                </a:solidFill>
                <a:latin typeface="Helvetica Neue"/>
              </a:rPr>
              <a:t>04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 Neue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How The Forecaster Solves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Outputs a three-tier alert for each day in the forecast window — operational, watch, or alert — alongside the predicted output percentage and an uncertainty band so operators see both the expected value and the range of likely outcomes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Trained on </a:t>
            </a:r>
            <a:r>
              <a:rPr sz="1500" b="1">
                <a:solidFill>
                  <a:srgbClr val="FFFFFF"/>
                </a:solidFill>
                <a:latin typeface="Helvetica Neue"/>
              </a:rPr>
              <a:t>20+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 years of plant power records, weather, and river data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One model per forecast horizon (</a:t>
            </a:r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 through </a:t>
            </a:r>
            <a:r>
              <a:rPr sz="1500" b="1">
                <a:solidFill>
                  <a:srgbClr val="FFFFFF"/>
                </a:solidFill>
                <a:latin typeface="Helvetica Neue"/>
              </a:rPr>
              <a:t>14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 days) — every day on the curve gets its own prediction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Uses live weather forecasts to project conditions forward, then translates those into expected plant output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Includes a replay mode proving the model would have called past heat-driven dips in advance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500" b="0">
                <a:solidFill>
                  <a:srgbClr val="FFFFFF"/>
                </a:solidFill>
                <a:latin typeface="Helvetica Neue"/>
              </a:rPr>
              <a:t>Architecture is plant-agnostic — adding a new reactor is a single config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24160" y="320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9CFDC"/>
                </a:solidFill>
                <a:latin typeface="Helvetica Neue"/>
              </a:rPr>
              <a:t>05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Helvetica Neue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Helvetica Neue"/>
              </a:rPr>
              <a:t>Who Wins When We Get This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Helvetica Neue"/>
              </a:rPr>
              <a:t>ENERGY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52120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Recover lost megawatts by scheduling maintenance and refueling around predicted dips — capturing even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10%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 of the U.S. fleet's annual weather-driven derating losses is an estimated </a:t>
            </a:r>
            <a:r>
              <a:rPr sz="1300" b="1">
                <a:solidFill>
                  <a:srgbClr val="FFFFFF"/>
                </a:solidFill>
                <a:latin typeface="Helvetica Neue"/>
              </a:rPr>
              <a:t>~$20M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 per year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Smarter cooling tower usage — operators know when to spin them up and when they will not be needed, saving water and auxiliary power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Plan backup power in advance — grid operators can line up cheaper replacement generation days ahead instead of paying premium rates for emergency peaker plants once a heatwave hits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300" b="0">
                <a:solidFill>
                  <a:srgbClr val="FFFFFF"/>
                </a:solidFill>
                <a:latin typeface="Helvetica Neue"/>
              </a:rPr>
              <a:t>Lower carbon grid response — clean baseload stays online longer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Helvetica Neue"/>
              </a:rPr>
              <a:t>WHO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50292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400" b="0">
                <a:solidFill>
                  <a:srgbClr val="FFFFFF"/>
                </a:solidFill>
                <a:latin typeface="Helvetica Neue"/>
              </a:rPr>
              <a:t>Plant operators — fewer surprises, better dispatch decisions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400" b="0">
                <a:solidFill>
                  <a:srgbClr val="FFFFFF"/>
                </a:solidFill>
                <a:latin typeface="Helvetica Neue"/>
              </a:rPr>
              <a:t>Grid operators (ISOs / RTOs) — earlier visibility into capacity risk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400" b="0">
                <a:solidFill>
                  <a:srgbClr val="FFFFFF"/>
                </a:solidFill>
                <a:latin typeface="Helvetica Neue"/>
              </a:rPr>
              <a:t>Ratepayers — less reliance on costly backup generation during peak demand</a:t>
            </a:r>
          </a:p>
          <a:p>
            <a:pPr algn="l" marL="384048" indent="-384048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C8102E"/>
                </a:solidFill>
                <a:latin typeface="Helvetica Neue"/>
              </a:rPr>
              <a:t>—  </a:t>
            </a:r>
            <a:r>
              <a:rPr sz="1400" b="0">
                <a:solidFill>
                  <a:srgbClr val="FFFFFF"/>
                </a:solidFill>
                <a:latin typeface="Helvetica Neue"/>
              </a:rPr>
              <a:t>The grid as a whole — a more resilient, lower-emission energy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